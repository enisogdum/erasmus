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Interval Numbers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Probabilistic Foundation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32461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Wojciech Sałabun &amp; Andrii Shekhovtsov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37033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Telecommunications  ·  West Pomeranian University of Technology, Szczecin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154680"/>
            <a:ext cx="320040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393192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611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intervals </a:t>
            </a:r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[a, b]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 encode bounds.
</a:t>
            </a:r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Fuel consumption between 7 and 19 L/100km, typical value </a:t>
            </a:r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classical midpoint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substantially overestimates the expected consumption.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868680"/>
            <a:ext cx="3931920" cy="7315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00584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AIN Solution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83480" y="1508760"/>
            <a:ext cx="3611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Interval Numbers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augment the interval with an expected value </a:t>
            </a:r>
            <a:pPr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(a, b, c)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encodes: lower bound, upper bound, and expected value.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Induces a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piecewise-uniform density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uniquely determined, no free parameters.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Sałabun &amp; Shekhovtsov, PP RAI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Concept: The AIN Distribution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051560"/>
          </a:xfrm>
          <a:prstGeom prst="rect">
            <a:avLst/>
          </a:prstGeom>
          <a:solidFill>
            <a:srgbClr val="EAF4F4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An AIN is the triple X = [a, b]c where a ≤ c ≤ 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is not derived — it is a primitive parameter encoding the expected value alongside the bounds.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26517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057400"/>
            <a:ext cx="265176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762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Partition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 c divides [a, b] into two subintervals: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[a, c) and [c, b]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2057400"/>
            <a:ext cx="26517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2057400"/>
            <a:ext cx="2651760" cy="7315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1762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Indifference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265176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is constant on each subinterval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(principle of indifference applied locally)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2057400"/>
            <a:ext cx="26517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2057400"/>
            <a:ext cx="265176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1762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Uniqueness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265176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constraints (normalization + expectation) uniquely determine density levels α and β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Sałabun &amp; Shekhovtsov, PP RAI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Mathematical Properties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503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71800" y="85039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92240" y="85039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 — given directly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353312"/>
            <a:ext cx="8412480" cy="548640"/>
          </a:xfrm>
          <a:prstGeom prst="rect">
            <a:avLst/>
          </a:prstGeom>
          <a:solidFill>
            <a:srgbClr val="EAF4F4"/>
          </a:solidFill>
          <a:ln w="12700">
            <a:solidFill>
              <a:srgbClr val="E2EB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990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71800" y="139903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 − a)(b − c) / 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139903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when c = midpoint → (b−a)²/12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901952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476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71800" y="194767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√[(c − a)(b − c) / 3]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450592"/>
            <a:ext cx="8412480" cy="548640"/>
          </a:xfrm>
          <a:prstGeom prst="rect">
            <a:avLst/>
          </a:prstGeom>
          <a:solidFill>
            <a:srgbClr val="EAF4F4"/>
          </a:solidFill>
          <a:ln w="12700">
            <a:solidFill>
              <a:srgbClr val="E2EB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963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CDF at 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71800" y="249631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 − c) / (b − a)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249631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only on relative position of 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999232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449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71800" y="304495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−(b−c)/(b−a)·ln α − (c−a)/(b−a)·ln β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304495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ln(b−a) when asymmetric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547872"/>
            <a:ext cx="8412480" cy="548640"/>
          </a:xfrm>
          <a:prstGeom prst="rect">
            <a:avLst/>
          </a:prstGeom>
          <a:solidFill>
            <a:srgbClr val="EAF4F4"/>
          </a:solidFill>
          <a:ln w="12700">
            <a:solidFill>
              <a:srgbClr val="E2EB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5935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Asymmetry coeff.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971800" y="359359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+ b − 2c) / (b − a)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359359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classical interval; ±1 → degenerate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57200"/>
            <a:ext cx="84124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57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971800" y="4572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92240" y="45720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Theorem: When c = (a+b)/2, the AIN reduces to the uniform distribution U(a, b) — classical intervals are a symmetric special case.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Operations &amp; Software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11480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9611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on AINs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+ 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371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[a₁+a₂, b₁+b₂]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0" y="13716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c₁ + c₂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0195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− 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190195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[a₁−b₂, b₁−a₂]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0" y="190195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c₁ − c₂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432304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· 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243230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[min, max] of products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08960" y="243230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c₁ · c₂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962656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/ 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296265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[min, max] of quotients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08960" y="296265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LOTUS integral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493008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34930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[√a₁, √b₁]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08960" y="349300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via LOTUS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069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values propagate via the Law of the Unconscious Statistician (LOTUS)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82296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822960"/>
            <a:ext cx="4023360" cy="6400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89611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asymintervals Library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92040" y="13716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Python (PyPI &amp; GitHub)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AIN(a, b, c) — direct constructor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overloading: +, −, ×, ÷, **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pdf(), cdf(), quantile() methods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Trig, exp, log functions (v1.2)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analytic results — no Monte Carlo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Degenerate case: reduces to real arithmetic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github.com/wsalabun/asymintervals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Open Directions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365760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40233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AINs provide a unified probabilistic foundation — not an arbitrary model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Piecewise-uniform density is uniquely determined by (a, b, c) — Theorem 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intervals arise as the symmetric special case — Theorem 2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variance, entropy, and quantile functions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implementation in asymintervals (Python)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1887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627632"/>
            <a:ext cx="40233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 arithmetic under dependence structures (copulas)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estimation of (a, b, c) from data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AIN-based preference graphs for ranking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AIN formulations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to Dempster–Shafer theory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by National Science Centre, Poland — UMO-2024/55/D/ST6/01627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Asymmetric Interval Numbers</dc:title>
  <dc:subject>PptxGenJS Presentation</dc:subject>
  <dc:creator>PptxGenJS</dc:creator>
  <cp:lastModifiedBy>PptxGenJS</cp:lastModifiedBy>
  <cp:revision>1</cp:revision>
  <dcterms:created xsi:type="dcterms:W3CDTF">2026-04-26T23:22:02Z</dcterms:created>
  <dcterms:modified xsi:type="dcterms:W3CDTF">2026-04-26T23:22:02Z</dcterms:modified>
</cp:coreProperties>
</file>